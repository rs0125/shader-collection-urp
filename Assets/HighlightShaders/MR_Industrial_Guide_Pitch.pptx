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Mixed Reality Industrial Guide for Engine Maintenance and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Submission</a:t>
            </a:r>
          </a:p>
          <a:p>
            <a:r>
              <a:t>Team Name: [Your Team]</a:t>
            </a:r>
          </a:p>
          <a:p>
            <a:r>
              <a:t>Date: [Hackathon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Traditional engine training lacks real-time interaction</a:t>
            </a:r>
          </a:p>
          <a:p>
            <a:r>
              <a:t>- VR-based digital twins don't provide real-world tactile feedback</a:t>
            </a:r>
          </a:p>
          <a:p>
            <a:r>
              <a:t>- Maintenance requires better real-world guidance and 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MR-based Engine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Scans QR token to recognize engine model</a:t>
            </a:r>
          </a:p>
          <a:p>
            <a:r>
              <a:t>- Overlays an exact 3D twin on the real engine</a:t>
            </a:r>
          </a:p>
          <a:p>
            <a:r>
              <a:t>- Interactive component highlighting with real-time guidance</a:t>
            </a:r>
          </a:p>
          <a:p>
            <a:r>
              <a:t>- Text-to-speech support for better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Mixed Reality?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Real-world interaction &amp; tactile feedback</a:t>
            </a:r>
          </a:p>
          <a:p>
            <a:r>
              <a:t>- Faster learning &amp; better knowledge retention</a:t>
            </a:r>
          </a:p>
          <a:p>
            <a:r>
              <a:t>- Live diagnostics &amp; real-time support</a:t>
            </a:r>
          </a:p>
          <a:p>
            <a:r>
              <a:t>- Reduces training costs and equipment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QR scan recognizes the engine</a:t>
            </a:r>
          </a:p>
          <a:p>
            <a:r>
              <a:t>2. Overlays 3D model on the real engine using Unity Passthrough</a:t>
            </a:r>
          </a:p>
          <a:p>
            <a:r>
              <a:t>3. Components start transparent and highlight on interaction</a:t>
            </a:r>
          </a:p>
          <a:p>
            <a:r>
              <a:t>4. UI updates with descriptions, text-to-speech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Unity (with Passthrough Camera)</a:t>
            </a:r>
          </a:p>
          <a:p>
            <a:r>
              <a:t>- C# for scripting</a:t>
            </a:r>
          </a:p>
          <a:p>
            <a:r>
              <a:t>- XR Toolkit for interactions</a:t>
            </a:r>
          </a:p>
          <a:p>
            <a:r>
              <a:t>- Blender (for 3D models)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&amp; Industrial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Industrial training for technicians &amp; engineers</a:t>
            </a:r>
          </a:p>
          <a:p>
            <a:r>
              <a:t>- On-site maintenance with real-time guidance</a:t>
            </a:r>
          </a:p>
          <a:p>
            <a:r>
              <a:t>- Remote collaboration with experts</a:t>
            </a:r>
          </a:p>
          <a:p>
            <a:r>
              <a:t>- Reduces training time and maintenance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Potential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Can be integrated into automotive, aerospace, and manufacturing industries</a:t>
            </a:r>
          </a:p>
          <a:p>
            <a:r>
              <a:t>- Potential expansion with AI diagnostics &amp; IoT data overlays</a:t>
            </a:r>
          </a:p>
          <a:p>
            <a:r>
              <a:t>- Future compatibility with AR glasses for fieldwork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Current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Working prototype with Unity Passthrough Camera</a:t>
            </a:r>
          </a:p>
          <a:p>
            <a:r>
              <a:t>- Functional QR-based recognition &amp; 3D model overlay</a:t>
            </a:r>
          </a:p>
          <a:p>
            <a:r>
              <a:t>- Interactive component highlighting and UI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MR provides an effective and scalable solution for industrial training</a:t>
            </a:r>
          </a:p>
          <a:p>
            <a:r>
              <a:t>- Future roadmap: AI-based diagnostics, AR headset support</a:t>
            </a:r>
          </a:p>
          <a:p>
            <a:r>
              <a:t>- Seeking feedback and further development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