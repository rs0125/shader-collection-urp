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 Industrial Guide: Smart Engine Training &amp; Maintenance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Hackathon Submission | Team Name: [Your Team] | Date: [Hackathon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Industrial training for engine maintenance lacks real-world interaction.</a:t>
            </a:r>
          </a:p>
          <a:p>
            <a:r>
              <a:t>- Traditional manuals and VR simulations don't provide hands-on experience.</a:t>
            </a:r>
          </a:p>
          <a:p>
            <a:r>
              <a:t>- High costs and risks associated with improper handling of components.</a:t>
            </a:r>
          </a:p>
          <a:p>
            <a:r>
              <a:t>- Need for real-time guidance and interactive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Mixed Reality for Smart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Scans QR token to recognize the engine model.</a:t>
            </a:r>
          </a:p>
          <a:p>
            <a:r>
              <a:t>- Overlays a precise 3D twin on the real engine using Unity Passthrough.</a:t>
            </a:r>
          </a:p>
          <a:p>
            <a:r>
              <a:t>- Components start transparent and highlight dynamically on interaction.</a:t>
            </a:r>
          </a:p>
          <a:p>
            <a:r>
              <a:t>- UI updates with descriptions, real-time guidance, and text-to-speech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Mixed Reality Instead of Full VR?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Real-world interaction enables hands-on learning.</a:t>
            </a:r>
          </a:p>
          <a:p>
            <a:r>
              <a:t>- Maintains spatial awareness and reduces simulator sickness.</a:t>
            </a:r>
          </a:p>
          <a:p>
            <a:r>
              <a:t>- Can be used directly in workshops, reducing training costs.</a:t>
            </a:r>
          </a:p>
          <a:p>
            <a:r>
              <a:t>- Supports real-time maintenance guidance and live diagnostics.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QR scan identifies the engine model.</a:t>
            </a:r>
          </a:p>
          <a:p>
            <a:r>
              <a:t>2. Unity Passthrough overlays a 3D twin onto the real engine.</a:t>
            </a:r>
          </a:p>
          <a:p>
            <a:r>
              <a:t>3. Components highlight dynamically based on user interaction.</a:t>
            </a:r>
          </a:p>
          <a:p>
            <a:r>
              <a:t>4. UI updates with real-time descriptions, with optional text-to-speech.</a:t>
            </a:r>
          </a:p>
          <a:p>
            <a:r>
              <a:t>5. Enables guided maintenance and training sessions.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**Unity** (with latest Passthrough Camera)</a:t>
            </a:r>
          </a:p>
          <a:p>
            <a:r>
              <a:t>- **C#** for scripting interactions</a:t>
            </a:r>
          </a:p>
          <a:p>
            <a:r>
              <a:t>- **XR Toolkit** for raycast-based interaction</a:t>
            </a:r>
          </a:p>
          <a:p>
            <a:r>
              <a:t>- **Blender** for 3D model design</a:t>
            </a:r>
          </a:p>
          <a:p>
            <a:r>
              <a:t>- **Text-to-Speech API** for auditory guidance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Impact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**Hands-on training** for engineers &amp; technicians.</a:t>
            </a:r>
          </a:p>
          <a:p>
            <a:r>
              <a:t>- **On-site maintenance** with real-time guidance.</a:t>
            </a:r>
          </a:p>
          <a:p>
            <a:r>
              <a:t>- **Remote collaboration** for expert troubleshooting.</a:t>
            </a:r>
          </a:p>
          <a:p>
            <a:r>
              <a:t>- **Reduces errors** in handling and assembling complex components.</a:t>
            </a:r>
          </a:p>
          <a:p>
            <a:r>
              <a:t>- **Scalable for multiple industries** like automotive, aerospace, and manufacturing.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&amp; Current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Working prototype with Unity Passthrough Camera.</a:t>
            </a:r>
          </a:p>
          <a:p>
            <a:r>
              <a:t>- Functional QR-based recognition and 3D model overlay.</a:t>
            </a:r>
          </a:p>
          <a:p>
            <a:r>
              <a:t>- Interactive highlighting and UI updates.</a:t>
            </a:r>
          </a:p>
          <a:p>
            <a:r>
              <a:t>- Future scope: AI diagnostics, IoT integration, AR headset compatibility.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MR provides a **practical, scalable, and immersive** training solution.</a:t>
            </a:r>
          </a:p>
          <a:p>
            <a:r>
              <a:t>- Future roadmap: **AI-based diagnostics, predictive maintenance, AR integration.**</a:t>
            </a:r>
          </a:p>
          <a:p>
            <a:r>
              <a:t>- Looking for **feedback, collaboration, and further development opportunities!**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